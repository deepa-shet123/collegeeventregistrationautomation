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9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47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ert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92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" name="Rectangle 2"/>
          <p:cNvSpPr/>
          <p:nvPr/>
        </p:nvSpPr>
        <p:spPr>
          <a:xfrm>
            <a:off x="958921" y="958921"/>
            <a:ext cx="7226157" cy="495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18853" y="1018853"/>
            <a:ext cx="7106292" cy="4837415"/>
          </a:xfrm>
          <a:prstGeom prst="rect">
            <a:avLst/>
          </a:prstGeom>
          <a:noFill/>
          <a:ln w="17780">
            <a:solidFill>
              <a:srgbClr val="B7C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78786" y="1078786"/>
            <a:ext cx="6986426" cy="4717550"/>
          </a:xfrm>
          <a:prstGeom prst="rect">
            <a:avLst/>
          </a:prstGeom>
          <a:noFill/>
          <a:ln w="10160">
            <a:solidFill>
              <a:srgbClr val="DC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98289" y="1458443"/>
            <a:ext cx="3964547" cy="50783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0" i="0" dirty="0">
                <a:solidFill>
                  <a:srgbClr val="000000"/>
                </a:solidFill>
                <a:latin typeface="Times New Roman"/>
              </a:rPr>
              <a:t>Certificate of </a:t>
            </a:r>
            <a:r>
              <a:rPr lang="en-IN" sz="2700" b="0" i="0" dirty="0">
                <a:solidFill>
                  <a:srgbClr val="000000"/>
                </a:solidFill>
                <a:latin typeface="Times New Roman"/>
              </a:rPr>
              <a:t> Participation</a:t>
            </a:r>
            <a:endParaRPr sz="27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68539" y="2525730"/>
            <a:ext cx="4024044" cy="385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Times New Roman"/>
              </a:rPr>
              <a:t>THIS ACKNOWLEDGES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2738" y="2905555"/>
            <a:ext cx="3055645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4200" b="0" i="0">
                <a:solidFill>
                  <a:srgbClr val="000000"/>
                </a:solidFill>
                <a:latin typeface="Times New Roman"/>
              </a:rPr>
              <a:t>Deepa C shet</a:t>
            </a:r>
            <a:endParaRPr sz="4200" b="0" i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25520" y="3843072"/>
            <a:ext cx="4492961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 i="0" dirty="0">
                <a:solidFill>
                  <a:srgbClr val="000000"/>
                </a:solidFill>
                <a:latin typeface="Times New Roman"/>
              </a:rPr>
              <a:t>HAS PARTICIPATED 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IN </a:t>
            </a:r>
            <a:r>
              <a:rPr lang="en-IN" sz="1400" b="0" i="0">
                <a:solidFill>
                  <a:srgbClr val="000000"/>
                </a:solidFill>
                <a:latin typeface="Times New Roman"/>
              </a:rPr>
              <a:t>Hackthon</a:t>
            </a:r>
            <a:r>
              <a:rPr sz="1400" b="0" i="0">
                <a:solidFill>
                  <a:srgbClr val="000000"/>
                </a:solidFill>
                <a:latin typeface="Times New Roman"/>
              </a:rPr>
              <a:t> </a:t>
            </a:r>
            <a:r>
              <a:rPr sz="1400" b="0" i="0" dirty="0">
                <a:solidFill>
                  <a:srgbClr val="000000"/>
                </a:solidFill>
                <a:latin typeface="Times New Roman"/>
              </a:rPr>
              <a:t>CONDUCTED BY</a:t>
            </a:r>
          </a:p>
          <a:p>
            <a:pPr algn="ctr"/>
            <a:endParaRPr sz="1400" b="1" i="0" dirty="0">
              <a:solidFill>
                <a:srgbClr val="000000"/>
              </a:solidFill>
              <a:latin typeface="Times New Roman"/>
            </a:endParaRPr>
          </a:p>
          <a:p>
            <a:r>
              <a:rPr lang="en-US" sz="1400"/>
              <a:t>A.G.M RURAL COLLEGE</a:t>
            </a:r>
            <a:r>
              <a:rPr sz="1400"/>
              <a:t> | BRANCH: </a:t>
            </a:r>
            <a:r>
              <a:rPr lang="en-IN" sz="1400"/>
              <a:t>CSE</a:t>
            </a:r>
            <a:endParaRPr sz="1400"/>
          </a:p>
        </p:txBody>
      </p:sp>
      <p:sp>
        <p:nvSpPr>
          <p:cNvPr id="10" name="Rectangle 9"/>
          <p:cNvSpPr/>
          <p:nvPr/>
        </p:nvSpPr>
        <p:spPr>
          <a:xfrm>
            <a:off x="1472629" y="5239820"/>
            <a:ext cx="2996629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43235" y="5239820"/>
            <a:ext cx="2979505" cy="11130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51740" y="4825663"/>
            <a:ext cx="1604157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500" b="1" i="0" dirty="0">
                <a:solidFill>
                  <a:srgbClr val="000000"/>
                </a:solidFill>
                <a:latin typeface="Times New Roman"/>
              </a:rPr>
              <a:t>MRS. KAVITHA</a:t>
            </a:r>
            <a:endParaRPr sz="15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46825" y="4860890"/>
            <a:ext cx="1422185" cy="2462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lang="en-IN" sz="1000" b="1" dirty="0">
                <a:solidFill>
                  <a:srgbClr val="000000"/>
                </a:solidFill>
                <a:latin typeface="Times New Roman"/>
              </a:rPr>
              <a:t>SEPTEMBER 28,2026</a:t>
            </a:r>
            <a:endParaRPr sz="10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31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 shet</cp:lastModifiedBy>
  <cp:revision>7</cp:revision>
  <dcterms:created xsi:type="dcterms:W3CDTF">2013-01-27T09:14:16Z</dcterms:created>
  <dcterms:modified xsi:type="dcterms:W3CDTF">2026-10-06T06:11:58Z</dcterms:modified>
  <cp:category/>
</cp:coreProperties>
</file>