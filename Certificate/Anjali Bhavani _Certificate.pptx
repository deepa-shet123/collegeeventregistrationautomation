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9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rt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2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958921" y="958921"/>
            <a:ext cx="7226157" cy="49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853" y="1018853"/>
            <a:ext cx="7106292" cy="4837415"/>
          </a:xfrm>
          <a:prstGeom prst="rect">
            <a:avLst/>
          </a:prstGeom>
          <a:noFill/>
          <a:ln w="17780">
            <a:solidFill>
              <a:srgbClr val="B7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786" y="1078786"/>
            <a:ext cx="6986426" cy="4717550"/>
          </a:xfrm>
          <a:prstGeom prst="rect">
            <a:avLst/>
          </a:prstGeom>
          <a:noFill/>
          <a:ln w="10160">
            <a:solidFill>
              <a:srgbClr val="DC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8289" y="1458443"/>
            <a:ext cx="396454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0" i="0" dirty="0">
                <a:solidFill>
                  <a:srgbClr val="000000"/>
                </a:solidFill>
                <a:latin typeface="Times New Roman"/>
              </a:rPr>
              <a:t>Certificate of </a:t>
            </a:r>
            <a:r>
              <a:rPr lang="en-IN" sz="2700" b="0" i="0" dirty="0">
                <a:solidFill>
                  <a:srgbClr val="000000"/>
                </a:solidFill>
                <a:latin typeface="Times New Roman"/>
              </a:rPr>
              <a:t> Participation</a:t>
            </a:r>
            <a:endParaRPr sz="27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8539" y="2525730"/>
            <a:ext cx="4024044" cy="385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THIS ACKNOWLEDGES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4236" y="2905555"/>
            <a:ext cx="3592650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4200" b="0" i="0">
                <a:solidFill>
                  <a:srgbClr val="000000"/>
                </a:solidFill>
                <a:latin typeface="Times New Roman"/>
              </a:rPr>
              <a:t>Anjali Bhavani </a:t>
            </a:r>
            <a:endParaRPr sz="4200" b="0" i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25520" y="3843072"/>
            <a:ext cx="449296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 dirty="0">
                <a:solidFill>
                  <a:srgbClr val="000000"/>
                </a:solidFill>
                <a:latin typeface="Times New Roman"/>
              </a:rPr>
              <a:t>HAS PARTICIPATED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IN </a:t>
            </a:r>
            <a:r>
              <a:rPr lang="en-IN" sz="1400" b="0" i="0">
                <a:solidFill>
                  <a:srgbClr val="000000"/>
                </a:solidFill>
                <a:latin typeface="Times New Roman"/>
              </a:rPr>
              <a:t>Hackthon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CONDUCTED BY</a:t>
            </a:r>
          </a:p>
          <a:p>
            <a:pPr algn="ctr"/>
            <a:endParaRPr sz="1400" b="1" i="0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1400"/>
              <a:t>Agmr varur </a:t>
            </a:r>
            <a:r>
              <a:rPr sz="1400"/>
              <a:t> | BRANCH: </a:t>
            </a:r>
            <a:r>
              <a:rPr lang="en-IN" sz="1400"/>
              <a:t>CSE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1472629" y="5239820"/>
            <a:ext cx="2996629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3235" y="5239820"/>
            <a:ext cx="2979505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1740" y="4825663"/>
            <a:ext cx="160415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 i="0" dirty="0">
                <a:solidFill>
                  <a:srgbClr val="000000"/>
                </a:solidFill>
                <a:latin typeface="Times New Roman"/>
              </a:rPr>
              <a:t>MRS. KAVITHA</a:t>
            </a:r>
            <a:endParaRPr sz="15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6825" y="4860890"/>
            <a:ext cx="14221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000000"/>
                </a:solidFill>
                <a:latin typeface="Times New Roman"/>
              </a:rPr>
              <a:t>SEPTEMBER 28,2026</a:t>
            </a:r>
            <a:endParaRPr sz="10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 shet</cp:lastModifiedBy>
  <cp:revision>7</cp:revision>
  <dcterms:created xsi:type="dcterms:W3CDTF">2013-01-27T09:14:16Z</dcterms:created>
  <dcterms:modified xsi:type="dcterms:W3CDTF">2026-10-06T06:11:47Z</dcterms:modified>
  <cp:category/>
</cp:coreProperties>
</file>